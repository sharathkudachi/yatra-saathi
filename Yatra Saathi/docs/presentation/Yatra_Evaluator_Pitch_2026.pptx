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eccf8cf764a1c" /><Relationship Type="http://schemas.openxmlformats.org/officeDocument/2006/relationships/extended-properties" Target="/docProps/app.xml" Id="Rdf4bf727a23641cb" /><Relationship Type="http://schemas.openxmlformats.org/officeDocument/2006/relationships/officeDocument" Target="/ppt/presentation.xml" Id="Rf228207d313c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7cf24840a4b38"/>
  </p:sldMasterIdLst>
  <p:notesMasterIdLst>
    <p:notesMasterId xmlns:r="http://schemas.openxmlformats.org/officeDocument/2006/relationships" r:id="R9eeb437fcd1e4b0f"/>
  </p:notesMasterIdLst>
  <p:sldIdLst>
    <p:sldId xmlns:r="http://schemas.openxmlformats.org/officeDocument/2006/relationships" id="256" r:id="Rd2508042a6c44b4c"/>
    <p:sldId xmlns:r="http://schemas.openxmlformats.org/officeDocument/2006/relationships" id="257" r:id="Rcd9570fc7f6c4e64"/>
    <p:sldId xmlns:r="http://schemas.openxmlformats.org/officeDocument/2006/relationships" id="258" r:id="R317c45f214e74049"/>
    <p:sldId xmlns:r="http://schemas.openxmlformats.org/officeDocument/2006/relationships" id="259" r:id="Rb659c12764344f39"/>
    <p:sldId xmlns:r="http://schemas.openxmlformats.org/officeDocument/2006/relationships" id="260" r:id="R2bebf7b77c94435d"/>
    <p:sldId xmlns:r="http://schemas.openxmlformats.org/officeDocument/2006/relationships" id="261" r:id="R7782f93d1fd74cf1"/>
    <p:sldId xmlns:r="http://schemas.openxmlformats.org/officeDocument/2006/relationships" id="262" r:id="R92f3f5d09bc24a1f"/>
    <p:sldId xmlns:r="http://schemas.openxmlformats.org/officeDocument/2006/relationships" id="263" r:id="R8b845abbe11a42c5"/>
    <p:sldId xmlns:r="http://schemas.openxmlformats.org/officeDocument/2006/relationships" id="264" r:id="Rc5f212716f5f4f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271ddbd0ff4f24" /><Relationship Type="http://schemas.openxmlformats.org/officeDocument/2006/relationships/slideMaster" Target="/ppt/slideMasters/slideMaster1.xml" Id="R08d7cf24840a4b38" /><Relationship Type="http://schemas.openxmlformats.org/officeDocument/2006/relationships/notesMaster" Target="/ppt/notesMasters/notesMaster1.xml" Id="R9eeb437fcd1e4b0f" /><Relationship Type="http://schemas.openxmlformats.org/officeDocument/2006/relationships/presProps" Target="/ppt/presProps.xml" Id="R224d375a04b040ca" /><Relationship Type="http://schemas.openxmlformats.org/officeDocument/2006/relationships/tableStyles" Target="/ppt/tableStyles.xml" Id="R6c669229a8eb498c" /><Relationship Type="http://schemas.openxmlformats.org/officeDocument/2006/relationships/slide" Target="/ppt/slides/slide1.xml" Id="Rd2508042a6c44b4c" /><Relationship Type="http://schemas.openxmlformats.org/officeDocument/2006/relationships/slide" Target="/ppt/slides/slide2.xml" Id="Rcd9570fc7f6c4e64" /><Relationship Type="http://schemas.openxmlformats.org/officeDocument/2006/relationships/slide" Target="/ppt/slides/slide3.xml" Id="R317c45f214e74049" /><Relationship Type="http://schemas.openxmlformats.org/officeDocument/2006/relationships/slide" Target="/ppt/slides/slide4.xml" Id="Rb659c12764344f39" /><Relationship Type="http://schemas.openxmlformats.org/officeDocument/2006/relationships/slide" Target="/ppt/slides/slide5.xml" Id="R2bebf7b77c94435d" /><Relationship Type="http://schemas.openxmlformats.org/officeDocument/2006/relationships/slide" Target="/ppt/slides/slide6.xml" Id="R7782f93d1fd74cf1" /><Relationship Type="http://schemas.openxmlformats.org/officeDocument/2006/relationships/slide" Target="/ppt/slides/slide7.xml" Id="R92f3f5d09bc24a1f" /><Relationship Type="http://schemas.openxmlformats.org/officeDocument/2006/relationships/slide" Target="/ppt/slides/slide8.xml" Id="R8b845abbe11a42c5" /><Relationship Type="http://schemas.openxmlformats.org/officeDocument/2006/relationships/slide" Target="/ppt/slides/slide9.xml" Id="Rc5f212716f5f4f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92f3195614e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7c38ac2e1e4349" /><Relationship Type="http://schemas.openxmlformats.org/officeDocument/2006/relationships/notesMaster" Target="/ppt/notesMasters/notesMaster1.xml" Id="R4f27e5b114214c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613590afa04ef9" /><Relationship Type="http://schemas.openxmlformats.org/officeDocument/2006/relationships/notesMaster" Target="/ppt/notesMasters/notesMaster1.xml" Id="R60d41963bc1446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2fae6efd2e4b6e" /><Relationship Type="http://schemas.openxmlformats.org/officeDocument/2006/relationships/notesMaster" Target="/ppt/notesMasters/notesMaster1.xml" Id="Rd3fe8539192e48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485706fbf4612" /><Relationship Type="http://schemas.openxmlformats.org/officeDocument/2006/relationships/notesMaster" Target="/ppt/notesMasters/notesMaster1.xml" Id="R88aef57ab751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c0c59c808c45a6" /><Relationship Type="http://schemas.openxmlformats.org/officeDocument/2006/relationships/notesMaster" Target="/ppt/notesMasters/notesMaster1.xml" Id="R9f25af57e7ae4f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ce12d3918f4394" /><Relationship Type="http://schemas.openxmlformats.org/officeDocument/2006/relationships/notesMaster" Target="/ppt/notesMasters/notesMaster1.xml" Id="Reb6220c5d5a443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5d2ba93ff046f2" /><Relationship Type="http://schemas.openxmlformats.org/officeDocument/2006/relationships/notesMaster" Target="/ppt/notesMasters/notesMaster1.xml" Id="R1044d41496fc47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fa57c5d6164c5e" /><Relationship Type="http://schemas.openxmlformats.org/officeDocument/2006/relationships/notesMaster" Target="/ppt/notesMasters/notesMaster1.xml" Id="R1c9d815c766745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30ad26beae449c" /><Relationship Type="http://schemas.openxmlformats.org/officeDocument/2006/relationships/notesMaster" Target="/ppt/notesMasters/notesMaster1.xml" Id="R327b70b3671f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b3e4a75bd4c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da6676ec3e4a24" /><Relationship Type="http://schemas.openxmlformats.org/officeDocument/2006/relationships/slideLayout" Target="/ppt/slideLayouts/slideLayout1.xml" Id="Reb7eb6acc9a2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7eb6acc9a2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5e28cbdf3439e" /><Relationship Type="http://schemas.openxmlformats.org/officeDocument/2006/relationships/notesSlide" Target="/ppt/notesSlides/notesSlide1.xml" Id="Rc5277dda59e84a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a15d3af03402e" /><Relationship Type="http://schemas.openxmlformats.org/officeDocument/2006/relationships/notesSlide" Target="/ppt/notesSlides/notesSlide2.xml" Id="R98281176c6e044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845dc14747ef" /><Relationship Type="http://schemas.openxmlformats.org/officeDocument/2006/relationships/notesSlide" Target="/ppt/notesSlides/notesSlide3.xml" Id="R58b0be58c09b44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6bf4fd4804965" /><Relationship Type="http://schemas.openxmlformats.org/officeDocument/2006/relationships/notesSlide" Target="/ppt/notesSlides/notesSlide4.xml" Id="Raa34519e6eaa4f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d67e2763d472b" /><Relationship Type="http://schemas.openxmlformats.org/officeDocument/2006/relationships/notesSlide" Target="/ppt/notesSlides/notesSlide5.xml" Id="Rcc8b7308386b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b7c7947fc4c14" /><Relationship Type="http://schemas.openxmlformats.org/officeDocument/2006/relationships/notesSlide" Target="/ppt/notesSlides/notesSlide6.xml" Id="R467f8e4807234f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7054e14084552" /><Relationship Type="http://schemas.openxmlformats.org/officeDocument/2006/relationships/notesSlide" Target="/ppt/notesSlides/notesSlide7.xml" Id="R71c8742186e84e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ceff9a6234d3b" /><Relationship Type="http://schemas.openxmlformats.org/officeDocument/2006/relationships/notesSlide" Target="/ppt/notesSlides/notesSlide8.xml" Id="Rc0f9d6d47fc643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610deaca144a5" /><Relationship Type="http://schemas.openxmlformats.org/officeDocument/2006/relationships/notesSlide" Target="/ppt/notesSlides/notesSlide9.xml" Id="R7303bb22d95f46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35BA8-DC09-4D08-837A-F79174DD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CAD17-EFA3-47F7-8F36-20D37CD1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  /  AI TRAVEL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D6AD8-59A1-4985-972D-A3325816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Travel planning,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39C23-0A46-427D-BF68-D69F924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A conversational trip planner that searches, checks the spend cap, and keeps the traveler in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F8715-5916-4338-8B24-ABBB05BC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51E0B-A371-4D9C-91A6-BA9DAB76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62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HACKATHON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C6742-3764-46C7-9BF5-3AB076E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  /  Compare  /  Confirm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32604-FC35-4DF8-A777-AFB8FA4E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4095750" cy="47625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1CCB3-E476-43BD-966F-F11D83F1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81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FROM A GOAL TO A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19BA6-3B75-43DC-9916-13A5D36B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7CD98-369C-4DCC-A94E-CFA9A6B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D4E47-7943-4B10-875B-55CDA74E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96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78A32-F993-474A-B3F4-C27B3D8E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44C16-A731-45B0-87D2-4027867E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2DED6-9191-4830-AF5E-EF4DA9A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C85C8-605E-4103-8FB7-1BF52825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4F2D3-B43C-4430-A6B0-0E685E9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67FBF-0840-4084-8807-3ECE1B57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5A2A5-7650-4294-A783-6D72148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56661-5B38-46D2-85C6-52D4E425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93467-143B-48E6-A59F-42F36CD9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B08C6-3DD2-4E87-BD63-95C3E571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B097E-9986-494C-BCEF-6D59650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9792C-CB1E-43EF-BE68-58D5F3FB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C1BEF-B50F-4B27-8C2C-3EBC8A4F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578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Decision trail</a:t>
            </a:r>
          </a:p>
        </p:txBody>
      </p:sp>
    </p:spTree>
    <p:extLst>
      <p:ext uri="{BB962C8B-B14F-4D97-AF65-F5344CB8AC3E}">
        <p14:creationId xmlns:p14="http://schemas.microsoft.com/office/powerpoint/2010/main" val="1701279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B3653-2B14-4173-B3AA-CC2049F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USER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8A367-F905-4C30-8BAC-AA4B0E5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Planning a trip means making many connected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BF683-BADC-4050-BCD0-67C51BA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C6896-2A01-4AE7-8F1D-DFB2965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86559-3376-42E5-9E97-FB0A8040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38EFE-7256-4868-B044-6C17A661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compare options across sites while keeping dates, preferences and a hard budget 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45B78-083F-46AC-96C8-003F6961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980DC-25A2-4D26-8995-32944A5B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Scattered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EEBE6-FD1F-441C-8F13-F77ADB61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3B6C7-9B0C-4DB1-ABE8-D847ADF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Flights in one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458E3-0752-4BE9-A588-E4397C3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5A232-09FF-4A51-B071-00C97A81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Stays somewhere else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10F23-4ABD-4827-8AEC-C5D1CFE6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8C82F-A912-4842-90F9-5B56AFF1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Costs add up 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A5254-F015-4E8D-8D65-1EA6398C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65889-2396-4F7B-A41A-EBD0EB53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Little visibility into agent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6EC3D-9DB3-4C40-A785-2493B23F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050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22180-06E0-4C7A-805E-094798CF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073F9-9D1D-4602-B327-8F6138B4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guided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113AB-0CAA-4CB1-9723-48EAC4B8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7745D-3AC3-4FA0-8BB1-8422BA60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623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conversational trip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D3165-821F-4653-B66D-26504741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E9465-153F-4E3C-8FFE-7E87926F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 flight + hotel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C3073-C546-4ED2-9264-273DD6DE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FB4E6-5F86-4446-B6F4-B86D5AFC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481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 spend before cart creation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2A81A-A8E8-4BF6-9E03-458C071A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B54A7-3F58-451C-BE9D-C1558BE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91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Ask the traveler before booking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B2C96-13DF-421E-969C-D5D99C99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Designed for a focused trip: one destination, flights and a stay.</a:t>
            </a:r>
          </a:p>
        </p:txBody>
      </p:sp>
    </p:spTree>
    <p:extLst>
      <p:ext uri="{BB962C8B-B14F-4D97-AF65-F5344CB8AC3E}">
        <p14:creationId xmlns:p14="http://schemas.microsoft.com/office/powerpoint/2010/main" val="809467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6E4C39-96BD-4285-8021-DB012DD5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HOW YATRA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57C95-D8C1-4305-9E5B-AB36920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clear sequence from request to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E9E73-F132-46FA-B612-DABC537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58014-F5B9-4F18-B932-FDB1711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595AE-AA84-4291-9B5E-07B46811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885AA-D69E-46D8-ABE6-EF18C6D0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7F95A-1C13-4319-B0C3-0F0DBEB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099E3-470E-4B14-BABD-AA824FA7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DACB3-EB20-4CD9-88B2-DCADE9C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Collect route, dates,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and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EA11B-84E6-487D-87B6-8AAC1843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4D1B5-46CF-4BCF-A1BC-3C52547C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C1134-606D-437A-8882-56DA5B42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F945E-89C5-4A3C-AF96-49C5748C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947A2-B9CB-4F89-B2BE-8494A567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AFFE0-D3F0-4174-BA72-FC778BA5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Show the ordered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steps before acting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DB852-EEA6-448C-A734-1917A2A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CB4DA-F86B-4E9A-9B3C-89ECD8E1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4DE35-F517-4091-A573-2E21147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F3D61-DFBC-4C58-A0B1-9846450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7825D-4A87-4A58-A32E-9DAC1A96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C18AF-796E-42F1-8113-5419A81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Find flight and stay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options from 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B6446-AA16-4BB3-A9EE-4C6273E3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5B86D-3941-49E6-BB74-9E0C8569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36A56-FF59-49BE-8D7A-F8E6097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10485-E6F8-4A41-B98D-6B198F5A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A99A3-FF94-43A6-A7D8-650BFAEE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FFC28-C42B-4326-9C1C-B1B4ACD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Backend prices the cart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and enforces the 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4A4B8-5C08-4240-9AA6-CFE74B06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EBBF1-189A-4AA3-A6D1-CC2DF1C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66497-43FB-497B-812E-242FC9D7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771ED-45B4-4D08-A5EA-4F06A60B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8A20B-9FB5-474D-B588-67DF387B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E36F7-ED75-4701-AE19-128B058C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compares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F9277F-BBCB-427C-993C-86269058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78F3BD-1CF3-4A68-9B6C-BA26C8CF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24EA59-839D-42D4-9305-C1202676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42D1AD-12BB-4F92-A76D-1C49402A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8A5E89-AFBB-46CB-AC30-B04C1C47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E45046-1DA5-46F7-BF00-F787825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Human approval unlocks</a:t>
            </a:r>
          </a:p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a mocked booking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D75958-6DFC-4698-9216-B46E9281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C61B09-C68B-4115-8F22-80D21185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agent proposes. The backend validates. The traveler decides.</a:t>
            </a:r>
          </a:p>
        </p:txBody>
      </p:sp>
    </p:spTree>
    <p:extLst>
      <p:ext uri="{BB962C8B-B14F-4D97-AF65-F5344CB8AC3E}">
        <p14:creationId xmlns:p14="http://schemas.microsoft.com/office/powerpoint/2010/main" val="1525632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1471A-12A3-44D7-8DED-4A278C93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LIVE DEMO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60E19-15AA-43C8-9E70-7B209876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sample trip brief becomes comparable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AC2DE-7B9A-486B-B680-C79C261C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956D8-241E-4676-B135-4C0A627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15AD8-7FB7-49BD-BF1D-551D54DF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C912C-B651-4414-B533-F6411CB0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Example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46DA1-1780-4E1C-94AF-81DC61B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86100" cy="3267075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75E69-800E-4DE1-9AC0-7E87A949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Bengaluru → Delhi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DE275-6739-4056-906D-728349A8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16–21 Nov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97171-2564-450F-B8F4-334F8ED3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2 travelers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B8812-6D85-4323-800A-0D9806E3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rPr>
              <a:t>Hard 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93E38-491D-40C8-AA16-4F9C3B56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₹50,000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E035E-C5CB-47E4-8C2D-E2990A30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The planner asks for missing details</a:t>
            </a:r>
          </a:p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before starting a 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426BF-0166-40FF-8E41-C792C18E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F2F3C-8AF6-4E74-B394-7986946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CB745-0FCF-4350-A99E-354B1229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43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0DC4C-1624-4E22-A173-5925E17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Flights + stay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1BAF9-D946-4098-B881-B0A5480F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5CEB7-D237-4297-8766-3D4D1862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055E9-4BFB-4514-B2F9-BD2966FA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519A6-A023-4145-B92A-C6F5647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 choices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7C2D4-AC2E-4105-A92D-FCED6CF7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45BF5-3B40-44EB-BBB3-E6A55A79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4216F-74E5-43F5-9CCE-666BCAD6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Protect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AFA19-392F-4248-885B-5F7EB797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option refused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83BA3-91C1-4C09-ADED-7DB03A48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932B3-6652-4CC9-A90D-E12DCE2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00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93131-9ED5-4435-8C78-034818CA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29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80B3E0-106E-4023-A0E8-3F38CB3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Re-plan within the cap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A34C1-90F4-48C7-A272-808892F4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01101-C829-428E-89C4-B5ECA62C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91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B79C3B-3943-48A0-A8D4-CDF66734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confirms the cart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BD2706-2265-4CBB-B292-2099174C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436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catalog and prices are seeded; booking/payment is mocked.</a:t>
            </a:r>
          </a:p>
        </p:txBody>
      </p:sp>
    </p:spTree>
    <p:extLst>
      <p:ext uri="{BB962C8B-B14F-4D97-AF65-F5344CB8AC3E}">
        <p14:creationId xmlns:p14="http://schemas.microsoft.com/office/powerpoint/2010/main" val="2088125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7AFE9-F88A-46F9-ABCD-B429B7B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32952-4582-4297-9C07-1957271C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Separate services keep authority in the right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653D3-9E82-434D-B963-13C63385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B48F6-0B8D-4431-8D57-08C776DA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B762E-C6C6-4CD2-A5AB-BF41487D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474A0-E836-4876-864B-A3B325B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50F09-25C6-4EF7-861D-ADAB23B8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96AD3-26B9-48E5-B49F-6274013B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4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+ 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82832-2468-4EC3-8F4B-B055CC34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brief · compare · 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18AD5-D945-4CA0-9F65-3B7D7CD1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852EC-C06A-45D4-A4EE-82D0FBD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4179F-C415-42B9-BE2A-9A045851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C6C02-57D6-40A1-BAB0-F9F17BB8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99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LangGraph workflow · tool calls</a:t>
            </a:r>
          </a:p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clarifications · re-planning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11CA9-740F-44D8-B90A-FE62F433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B7FA6-DDB4-4C2C-BBE3-4656CDE3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6E985-9B57-4222-B10F-C66F95DB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146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BACKEND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22B83-70A8-4FEF-BD83-7B0B7A1A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9925"/>
            <a:ext cx="335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 · pricing · cap · cart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confirmation · audit · mock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3F505-E95A-4D97-8EC2-925972E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2422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26BC2-EF9E-404E-917B-B7340E2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goal +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E4AB9-4745-4266-BBEA-BDB9D2DF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8C99F-C0B2-4FA4-A82C-8E516ED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HTTP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94C4B-4E8C-4EA1-98F4-F412F42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00575"/>
            <a:ext cx="377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BDCFE-6CD0-4AD9-ACE2-CBAD12E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81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Working-copy SQLite · protected source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88EA3-0FB8-45A1-904F-F1080DFB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has no database access or booking authority.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B0069-86AA-4837-B5D1-452A355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Inventory comes from the project's demo catalog; external airline/hotel APIs are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442189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BB4DE-8C2A-4584-8242-CB5BE866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BUDGET AND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886AC-BA1A-486C-B391-F0841DD4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backend enforces the rules that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7018B-D26A-48CF-A8D6-D16E3561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9D83-0BEF-4A29-A2DF-38EFC2B4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807F5-9730-4D77-9C36-1C25954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9D0CB-4414-4D4F-800C-CB03495C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C865F-1308-4D05-96DC-A8F58A8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E92E5-08AA-48D7-B874-A661AF6C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HARD SPEND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CE67B-001B-43D8-B58E-F9F59B9E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cart mutation is checked against the effective cap, including tax.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48171-125E-45DE-8FD2-AB89DEB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61E92-0578-4737-A38C-54953696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E26D6-BEC8-41B6-81BC-22B4FF0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REFUSAL IS 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05A47-84A7-4678-8C4B-83289560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An over-cap attempt is refused and logged as its own audit event.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3D1F1-34B5-4289-A354-25D918D0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D9B73-2709-424D-B53A-3D4C507F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14A04-432C-4797-A1DC-AF7E93A3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5200C-F36B-455B-81DE-B9008C53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Only a human can approve the hash-locked cart snapshot.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56773-40AF-4670-BB41-F65D3B4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7E7D5-0B50-44E9-824B-BE777578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13041-745B-4F49-8E7C-515CEC3A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MOCKED FULFILLMENT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A7410-8729-48D8-90EF-E001C2E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Approval creates a demo booking; no real payment is taken.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5F672-7049-40A1-9E34-C6FC141A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recommendations are advisory; server-side validation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953766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11F6B1-EE2C-48CB-B858-EBE4105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3A648-0CDD-4D66-8619-58304A1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critical decision remains reviewable after the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2BD21-A626-4FEB-A055-4C327E0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7EA93-C94E-4C38-843E-193C0E5A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006D5-4155-47FC-A6E0-9D20ECA8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5591F-2E2F-4A48-940A-3ED91E48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timeline exposes actions, outcomes and reasons—not just the final itinerary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8EB03-AE8C-4383-80E7-40C8BB41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44394-0F3F-4FCB-9E86-81FAE717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7296E-81C3-4F05-8949-66414AE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2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AF673-D8D1-4835-80DB-4BEDD858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PLAN_STEP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E0F07-2461-45B0-A356-11101E55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steps announced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CCD3D-A460-41ED-B4E0-CF63FE1F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91105-90D6-4223-B95A-E85C2983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003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12E45-8EE4-41AB-9B84-CBD88186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F2330-4618-495B-B569-DD30A897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2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DAE2E-EB9A-4A91-BEE1-ED135F49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TOOL_CALL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F23AD-550F-4003-B26F-5D52D453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14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 + hotel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233D8-F72E-49D8-9E0E-ED2D1BD6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Arguments and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753A3-3007-4980-B82A-778ED14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14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87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4AE47-1A83-408C-8C42-C1346C3F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4F11C-24D2-4309-816E-BABCA88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2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D428C-9E80-4969-906B-403A445E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BUDGET_CHECK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E4C61-CCDD-4296-A05E-31BBFC8D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 exceeded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04FE00-3E91-4CB5-9A63-3433E5D0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Refused · reason captured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94E51-16A4-4666-8DBA-6EA61448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6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99AA0A-0C4B-469E-BAB5-AE138F1F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2D38C-8C81-451B-8122-1F5ED724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2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EB21C3-7995-4BA6-A2BD-4D630071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6AE26-792B-439C-8335-CAD4F73E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766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Cheaper alternatives requested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605C0-B869-42B5-BFDF-57E4A80F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Recovery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BDCDEA-905D-4BB9-92DC-8F96B7D4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434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8DB6E0-7255-4AB8-90F8-FB46DFE8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7EB9D-3A47-4564-A992-D32FBC80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2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A49E69-7970-4014-90A3-F125BC1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CONFIRMATION_REQUIRED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06587C-3678-4F85-9556-4636919E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Cart awaits traveler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74102E-C99A-4ED8-8A0F-0FE2E6B0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Explicit approval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111770-10B4-4251-A33C-F33F4CB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244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F9CE93-B38C-46D5-A38D-753ED4DA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8328FB-BFE3-4503-BC1B-B785FF8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72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6C7702-789F-4264-AA19-B635ABEB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BOOKING_CONFIRMED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11395B-6965-4DE7-B155-A6207755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387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 created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322DC8-8E21-469C-A83B-0E6CA14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38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Human-approved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626153-29E9-47EB-AAB4-98B5912B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30DBC6-AF84-4F38-91A3-0A448ED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Append-only, hash-chained events · timeline view · chain verification</a:t>
            </a:r>
          </a:p>
        </p:txBody>
      </p:sp>
    </p:spTree>
    <p:extLst>
      <p:ext uri="{BB962C8B-B14F-4D97-AF65-F5344CB8AC3E}">
        <p14:creationId xmlns:p14="http://schemas.microsoft.com/office/powerpoint/2010/main" val="1467044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BEFFD1-8328-4FFD-94A4-142456E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EVALUATOR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78670-CC72-471E-9BAF-3BE2C3C6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What the MVP demonstrates—and what remains 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E62B0-C165-4B8D-95BF-679E8BD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C4256-B31C-4627-8615-0869C75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C0D31-D4B7-4A41-82CC-59A812F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C5288-0F09-4B76-A22A-6927DC04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3E2F2-ED5D-4187-94FE-575479E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goal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2E78B-9EE4-4020-A6A1-7189AC3C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Single trip with flight + hotel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6800D-3C0B-4159-B244-26592FAD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7A97B-866C-4B22-BF55-0EF0FCAC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Transparent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AB961-7DC2-4814-8E32-8283E906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Ordered steps shown before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62D15-A816-4F3A-BCD8-D25C3B27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AA75E-192E-438B-9469-1E1E6A63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Tool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9C125-004F-49B7-B346-DC7BEBC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Search and budget check through tool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833A0-57C6-40D4-8FEE-B2347DB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9212F-F819-4416-B364-24E1214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60713-014A-4546-AF6F-B52A5857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attempt refused; reason audited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8C3D9-F0DE-4E4F-B956-73E0823A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5687D-E94E-41A9-A8DD-F86CDDAF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ADEC9-3080-4F3C-BB93-038A0429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Failure path replans alternatives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52ED1-F261-483E-8E6C-ABD0075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3D8F0-0402-49DF-9F9B-5D48CC44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C4FF-FF50-47FA-B0A5-0A946603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624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gate before mock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A7CEB-3529-4C12-B619-CDA8DBA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A20F7-0465-49B5-99E4-11FAD5E8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6B490-7CA4-4960-8124-D654C206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Post-run timeline + chain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3C0FB3-6531-4848-A62D-DC0F06A3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0225"/>
            <a:ext cx="0" cy="3533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442444-AD2E-4956-BFAE-823EABD6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66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DEMO BOUNDARIES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70B92-BE17-48AD-A382-2852FFE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717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Seeded 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EF9FB-F197-43A4-A0D8-C199B432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574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live travel-provider search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CC9096-261E-4FC3-A14C-2B1855F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194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00728-A214-4875-B0C9-75E71567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052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payment or ticket issuance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137C12-91A6-42AD-8845-8CFCA378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672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Activities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229AEC-99F5-410F-9605-3126860A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7529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Informational; not bookable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880844-D34C-4D27-B6AC-5B11E455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3D8CAE-C393-4C17-A003-20D5A5DF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218 automated tests passed in the latest recorded project run</a:t>
            </a:r>
          </a:p>
        </p:txBody>
      </p:sp>
    </p:spTree>
    <p:extLst>
      <p:ext uri="{BB962C8B-B14F-4D97-AF65-F5344CB8AC3E}">
        <p14:creationId xmlns:p14="http://schemas.microsoft.com/office/powerpoint/2010/main" val="789842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95F46-C7F0-4C11-8F57-67346851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8D14D-6033-49F6-A5AF-74713DA1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Yatra makes the plan visible—and keeps the traveler in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91E42-E736-4994-A17A-582E501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380BA-D73D-4FCA-8AAC-304EF5B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A991C-849F-4F00-A9A3-283D4DF2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DE999-AF1E-41C5-9D3E-5842559C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Show the 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A852-F869-4CB2-AE55-C5757511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CDF25-29DC-47DA-8E05-7B21BF22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502D2-6654-461F-BF06-A50C37E3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Enter a trip goal with dates, travelers and a hard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93FCF-DB2C-460D-AAFE-0F69D13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5B21E-FDAA-4D2B-B5FB-0A9F5D01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241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9122B-A421-4368-94A3-B9DE36D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860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Review the ordered plan and search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7D5CF-8C10-457F-AE9E-FA073D39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4350A-CCF2-4384-80E6-4309AFCC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B0A33-8380-4894-8F93-E8DB210F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Trigger an over-cap refusal and inspect the audit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23BBA-E7C0-4CA1-8FE7-1AD4BFB5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DFB94-0F8F-4EA8-8926-0B7B70D7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43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4094A-8EBB-446B-8E75-0109144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 a lower-cost option and open the confirmation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7AF5A-D17A-4D29-B81B-D018818F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19DCB-14CD-48A3-BDDE-58DE049D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52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790E4-BEF9-4A47-A0B1-5218D18F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 the mock booking; verify the audit 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46EAE-46B5-4C39-A895-0D461FA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33432-13DE-4759-AF79-DAD2DD1F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YATRA  /  A safer, clearer way to plan a trip</a:t>
            </a:r>
          </a:p>
        </p:txBody>
      </p:sp>
    </p:spTree>
    <p:extLst>
      <p:ext uri="{BB962C8B-B14F-4D97-AF65-F5344CB8AC3E}">
        <p14:creationId xmlns:p14="http://schemas.microsoft.com/office/powerpoint/2010/main" val="800988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2026-09-24T23:55:03.3550000Z</dcterms:created>
  <dcterms:modified xsi:type="dcterms:W3CDTF">2026-09-24T23:55:03.3550000Z</dcterms:modified>
</coreProperties>
</file>