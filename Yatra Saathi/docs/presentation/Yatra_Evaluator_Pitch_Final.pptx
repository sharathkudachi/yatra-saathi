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811cec25c54059" /><Relationship Type="http://schemas.openxmlformats.org/officeDocument/2006/relationships/extended-properties" Target="/docProps/app.xml" Id="R7d2de22c264d448f" /><Relationship Type="http://schemas.openxmlformats.org/officeDocument/2006/relationships/officeDocument" Target="/ppt/presentation.xml" Id="R353e46581d104c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69363a10f423d"/>
  </p:sldMasterIdLst>
  <p:notesMasterIdLst>
    <p:notesMasterId xmlns:r="http://schemas.openxmlformats.org/officeDocument/2006/relationships" r:id="Rfc72c792f4cc433e"/>
  </p:notesMasterIdLst>
  <p:sldIdLst>
    <p:sldId xmlns:r="http://schemas.openxmlformats.org/officeDocument/2006/relationships" id="256" r:id="Rb9618b588b2e4c6d"/>
    <p:sldId xmlns:r="http://schemas.openxmlformats.org/officeDocument/2006/relationships" id="257" r:id="R4d6c021387c94114"/>
    <p:sldId xmlns:r="http://schemas.openxmlformats.org/officeDocument/2006/relationships" id="258" r:id="R7651e2e0656342d8"/>
    <p:sldId xmlns:r="http://schemas.openxmlformats.org/officeDocument/2006/relationships" id="259" r:id="Ra75e88ec97f54451"/>
    <p:sldId xmlns:r="http://schemas.openxmlformats.org/officeDocument/2006/relationships" id="260" r:id="R46d1092c8a4447c0"/>
    <p:sldId xmlns:r="http://schemas.openxmlformats.org/officeDocument/2006/relationships" id="261" r:id="R4f2be862fdbf4966"/>
    <p:sldId xmlns:r="http://schemas.openxmlformats.org/officeDocument/2006/relationships" id="262" r:id="R5fc889bb08d648d9"/>
    <p:sldId xmlns:r="http://schemas.openxmlformats.org/officeDocument/2006/relationships" id="263" r:id="R3e50328a60584b51"/>
    <p:sldId xmlns:r="http://schemas.openxmlformats.org/officeDocument/2006/relationships" id="264" r:id="R1e2e654352f84c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188bfa21f04859" /><Relationship Type="http://schemas.openxmlformats.org/officeDocument/2006/relationships/slideMaster" Target="/ppt/slideMasters/slideMaster1.xml" Id="Rc1369363a10f423d" /><Relationship Type="http://schemas.openxmlformats.org/officeDocument/2006/relationships/notesMaster" Target="/ppt/notesMasters/notesMaster1.xml" Id="Rfc72c792f4cc433e" /><Relationship Type="http://schemas.openxmlformats.org/officeDocument/2006/relationships/presProps" Target="/ppt/presProps.xml" Id="R1d13a075915040a8" /><Relationship Type="http://schemas.openxmlformats.org/officeDocument/2006/relationships/tableStyles" Target="/ppt/tableStyles.xml" Id="R5f6fea3d7bad4588" /><Relationship Type="http://schemas.openxmlformats.org/officeDocument/2006/relationships/slide" Target="/ppt/slides/slide1.xml" Id="Rb9618b588b2e4c6d" /><Relationship Type="http://schemas.openxmlformats.org/officeDocument/2006/relationships/slide" Target="/ppt/slides/slide2.xml" Id="R4d6c021387c94114" /><Relationship Type="http://schemas.openxmlformats.org/officeDocument/2006/relationships/slide" Target="/ppt/slides/slide3.xml" Id="R7651e2e0656342d8" /><Relationship Type="http://schemas.openxmlformats.org/officeDocument/2006/relationships/slide" Target="/ppt/slides/slide4.xml" Id="Ra75e88ec97f54451" /><Relationship Type="http://schemas.openxmlformats.org/officeDocument/2006/relationships/slide" Target="/ppt/slides/slide5.xml" Id="R46d1092c8a4447c0" /><Relationship Type="http://schemas.openxmlformats.org/officeDocument/2006/relationships/slide" Target="/ppt/slides/slide6.xml" Id="R4f2be862fdbf4966" /><Relationship Type="http://schemas.openxmlformats.org/officeDocument/2006/relationships/slide" Target="/ppt/slides/slide7.xml" Id="R5fc889bb08d648d9" /><Relationship Type="http://schemas.openxmlformats.org/officeDocument/2006/relationships/slide" Target="/ppt/slides/slide8.xml" Id="R3e50328a60584b51" /><Relationship Type="http://schemas.openxmlformats.org/officeDocument/2006/relationships/slide" Target="/ppt/slides/slide9.xml" Id="R1e2e654352f8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c24d18f71c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fc9054243a4a36" /><Relationship Type="http://schemas.openxmlformats.org/officeDocument/2006/relationships/notesMaster" Target="/ppt/notesMasters/notesMaster1.xml" Id="Rc9621f6be90f4f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8b132c22094661" /><Relationship Type="http://schemas.openxmlformats.org/officeDocument/2006/relationships/notesMaster" Target="/ppt/notesMasters/notesMaster1.xml" Id="R07df312c844f49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826125b5c84cb9" /><Relationship Type="http://schemas.openxmlformats.org/officeDocument/2006/relationships/notesMaster" Target="/ppt/notesMasters/notesMaster1.xml" Id="R5806284d150d41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c7e2b82e3645fa" /><Relationship Type="http://schemas.openxmlformats.org/officeDocument/2006/relationships/notesMaster" Target="/ppt/notesMasters/notesMaster1.xml" Id="R4596b826f51144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8a23ac8e9a4380" /><Relationship Type="http://schemas.openxmlformats.org/officeDocument/2006/relationships/notesMaster" Target="/ppt/notesMasters/notesMaster1.xml" Id="R55d955e9dc1745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24b84a3b1f40ba" /><Relationship Type="http://schemas.openxmlformats.org/officeDocument/2006/relationships/notesMaster" Target="/ppt/notesMasters/notesMaster1.xml" Id="R5269d39d8d4141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ed169119474120" /><Relationship Type="http://schemas.openxmlformats.org/officeDocument/2006/relationships/notesMaster" Target="/ppt/notesMasters/notesMaster1.xml" Id="R4e39e09dd9f34b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96e4a39c074173" /><Relationship Type="http://schemas.openxmlformats.org/officeDocument/2006/relationships/notesMaster" Target="/ppt/notesMasters/notesMaster1.xml" Id="R1a576d12077149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d6715293bf4691" /><Relationship Type="http://schemas.openxmlformats.org/officeDocument/2006/relationships/notesMaster" Target="/ppt/notesMasters/notesMaster1.xml" Id="R1cd264aa94fa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406e2a3cb4d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0f351b2d504300" /><Relationship Type="http://schemas.openxmlformats.org/officeDocument/2006/relationships/slideLayout" Target="/ppt/slideLayouts/slideLayout1.xml" Id="R13f7148a21a5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f7148a21a5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09d2860ed451d" /><Relationship Type="http://schemas.openxmlformats.org/officeDocument/2006/relationships/notesSlide" Target="/ppt/notesSlides/notesSlide1.xml" Id="R5c0570b0fba940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e27b4932048e4" /><Relationship Type="http://schemas.openxmlformats.org/officeDocument/2006/relationships/notesSlide" Target="/ppt/notesSlides/notesSlide2.xml" Id="R59a86a4937c446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2186387bd4553" /><Relationship Type="http://schemas.openxmlformats.org/officeDocument/2006/relationships/notesSlide" Target="/ppt/notesSlides/notesSlide3.xml" Id="R4a9ebd0275bb44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dab97d663412d" /><Relationship Type="http://schemas.openxmlformats.org/officeDocument/2006/relationships/notesSlide" Target="/ppt/notesSlides/notesSlide4.xml" Id="Ra370bf714cc743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88dc011924815" /><Relationship Type="http://schemas.openxmlformats.org/officeDocument/2006/relationships/notesSlide" Target="/ppt/notesSlides/notesSlide5.xml" Id="R4813a3b9cd114a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9e201156c4f88" /><Relationship Type="http://schemas.openxmlformats.org/officeDocument/2006/relationships/notesSlide" Target="/ppt/notesSlides/notesSlide6.xml" Id="Rc8d0180e1c0947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bc4332f6540d1" /><Relationship Type="http://schemas.openxmlformats.org/officeDocument/2006/relationships/notesSlide" Target="/ppt/notesSlides/notesSlide7.xml" Id="R6ed1272b318e48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dc340130a4032" /><Relationship Type="http://schemas.openxmlformats.org/officeDocument/2006/relationships/notesSlide" Target="/ppt/notesSlides/notesSlide8.xml" Id="R3a75d2057f4443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579f2e38044f5" /><Relationship Type="http://schemas.openxmlformats.org/officeDocument/2006/relationships/notesSlide" Target="/ppt/notesSlides/notesSlide9.xml" Id="R007c07e81bb0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629B4-0CE6-45E0-A04C-06D4A5A5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0B890-63D1-4F98-B927-C7CD5C94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YATRA  /  AI TRAVEL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5E84A-01BD-4F45-8349-51A4E5E6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Travel planning,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with guardrails.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78CF1-2BFF-41F1-BF78-122A48A0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rPr>
              <a:t>A conversational trip planner that searches, checks the spend cap, and keeps the traveler in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1FAF8-304D-4B56-9093-A803FEEF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933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27322-01AC-468A-9B5A-B3B99D46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62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2F0E6"/>
                </a:solidFill>
                <a:latin typeface="Helvetica Neue"/>
                <a:ea typeface="Helvetica Neue"/>
                <a:cs typeface="Helvetica Neue"/>
              </a:rPr>
              <a:t>HACKATHON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A4C41-1FAD-422E-B51A-6AFA5D1A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  /  Compare  /  Confirm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F2CCE-48D8-4C2D-98F5-59D5D4BC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4095750" cy="47625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933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48097-40D6-49B9-8DE3-73794150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81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FROM A GOAL TO A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FD1EA-0088-47D4-82BC-7902147D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ECA4D-8065-44E0-9FBE-B0856B29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0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91550-4B0B-493F-B6E9-59017BF1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960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7ED2E-4935-455D-BDE6-6169EAFB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D447E-BB10-485B-ABA9-E2BDD40E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1FCB5-1DF1-4D26-8F7E-4A0FBE6E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D4BB2-052D-448B-A995-BC90D4C0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0347D-FE1A-43F8-8033-DC67BE98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79B01-1EA5-4E35-B8E3-8B49DB28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62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FD35E-63B9-4260-8077-8E0231EB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E5A2C-71AB-4742-A616-0A5D86B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48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191EA-0A14-4B9A-AA84-D9F61969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2EAED-CA55-4AD6-9AD8-85322FBD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BA624-CDF9-4D1C-97FB-06A05C00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48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EA7BA-4759-44F5-BA38-67853712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19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66C05-E5D5-480E-8A1E-E171EEB0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578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rPr>
              <a:t>Decision trail</a:t>
            </a:r>
          </a:p>
        </p:txBody>
      </p:sp>
    </p:spTree>
    <p:extLst>
      <p:ext uri="{BB962C8B-B14F-4D97-AF65-F5344CB8AC3E}">
        <p14:creationId xmlns:p14="http://schemas.microsoft.com/office/powerpoint/2010/main" val="642501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62862-6473-4DDA-97E5-13E96D7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USER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47EEF-B30F-4AA0-B95E-10B6B9E3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Planning a trip means making many connected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60ECC-5FC7-4783-9E7C-0677F6E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727C2-AB55-42AA-8FAA-7396E85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52368-29EF-4DB5-B116-392D5A96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C480F-AB28-4C40-9FCE-B28213F2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Travelers compare options across sites while keeping dates, preferences and a hard budget aligned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DDE74-AB45-4573-A93B-26090801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3144D-2D4D-4D9D-B7C7-43355C30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Scattered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01786-6112-41A8-9B2E-6AA56B69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CB962-DC69-4913-AD1A-6C2AEC52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Flights in one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5E7C3-30A5-44AC-A0A4-A3880DF5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7F64C-85B5-4F83-8F80-5DCCF38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Stays somewhere else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4A77E-1328-4702-A2C5-CA53BE08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3C7B2-1007-4C22-BDBF-29564BF2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Costs add up 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0B57A-B87F-4B9F-B486-5FA4B475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3001B-D727-46A7-BCFF-EDAC5EB0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Little visibility into agent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35C83-A50C-4B3E-8CC4-A7E1BC88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05075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ECFC7-EFA6-4AA4-8AF8-7FBF757E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YATRA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A0018-6CA8-4480-A45D-75926DC6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One guided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A4AF6-BD61-4C29-BC51-5768B539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47310-1D1B-43C6-BB2F-27C5C322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623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One conversational trip 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2BB90-BA28-4CC5-B96A-4B1A5FE3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449D3-6D5A-45DA-A5EE-821DEB0A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 flight + hotel options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EC2A1-F517-4DF8-803E-FDE9C32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62442-B8AC-446D-B903-562B881F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481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Check spend before cart creation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43AAD-3EE6-4233-B222-0437FFC4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1F30B-FA55-475F-897D-DC87E0BD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911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Ask the traveler before booking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A2A495-02FF-4B68-BB33-0D7D0F69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Designed for a focused trip: one destination, flights and a stay.</a:t>
            </a:r>
          </a:p>
        </p:txBody>
      </p:sp>
    </p:spTree>
    <p:extLst>
      <p:ext uri="{BB962C8B-B14F-4D97-AF65-F5344CB8AC3E}">
        <p14:creationId xmlns:p14="http://schemas.microsoft.com/office/powerpoint/2010/main" val="795407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0A7059-0D21-4D87-B93F-10A2316A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HOW YATRA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B8D3B-B788-4C83-B522-FDBE3C10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 clear sequence from request to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F555C-6A8D-49F8-8FB4-01AA100A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8483E-E764-4941-9B48-1101C42F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F03D3-E0F8-4F58-ABA2-5342C8A9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1BD57-18DB-46A2-A24C-484B497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E7B84-8E91-481D-88D1-4AB1DA49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DAA92-0C3C-423D-A9D7-E680B91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076AA-DF3D-4823-A962-5986801C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Collect route, dates,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travelers and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1C1FD-EC9E-46E5-948B-45A4D2DE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8AB1A-D944-4A48-9929-705C4CF9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F523A-C135-4980-BB09-35CB4D7C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00F65-E3AB-4C2A-A400-B88BC6D7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FBDDA-906C-4204-A0C9-620E17AB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5E2FB-58FF-4115-8ACE-70E6B4DF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3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Show the ordered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steps before acting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E33D1-8263-42E3-AA03-AD499F2C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26D09-DE17-4E2F-99A4-B68B2DA1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EC9A6-4464-443F-A237-4B9BF17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06CBF-5B78-45B3-8D49-302F319F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F2FC4-CA46-43A2-8C90-55991CE3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3E4AA-411C-40EE-B656-4C178F06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Find flight and stay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options from catalog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51F7B-7F90-44F2-8E99-410C8C4E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FB5C9-2E6F-48B3-88C1-160C2AEF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DDDAB-8B14-456B-84FD-1528AEAA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4B034-15BB-4DBA-8D9B-F15F819C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DF3B03-11AD-47A7-A141-8DD81ABD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7B6FE4-C78A-49A3-8A82-31C370FD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Backend prices the cart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and enforces the cap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D1E998-1708-4284-BD48-9E8FAE5B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222F9-F8AC-4B74-8802-68567093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36CB4-57E5-40E5-8C0E-265A824F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1411E7-CAF1-4B6E-90D1-C1645FD6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6DA754-EC47-4AAC-BA2B-A56BA5ED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Choose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2F4C48-827B-4ACD-BFE9-D9D6DF43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compares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three packages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DA0848-ACEA-48A4-9D80-C179B904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D57CE1-CA28-4EDC-9216-257D740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011C09-4F2C-43C2-85B2-516F7793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B4F1B7-DA2A-44EC-AA2B-6ED8C9B9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354F14-3E16-41F1-9B53-DD373439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F78FBF-34DD-4C1A-953C-FE7A39DA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rPr>
              <a:t>Human approval unlocks</a:t>
            </a:r>
          </a:p>
          <a:p xmlns:a="http://schemas.openxmlformats.org/drawingml/2006/main">
            <a:pPr algn="l">
              <a:def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rPr>
              <a:t>a mocked booking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8A2C4F-8A7F-417E-82D4-847A68F0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A249F9-EBAF-4173-93F1-907BE4BF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The agent proposes. The backend validates. The traveler decides.</a:t>
            </a:r>
          </a:p>
        </p:txBody>
      </p:sp>
    </p:spTree>
    <p:extLst>
      <p:ext uri="{BB962C8B-B14F-4D97-AF65-F5344CB8AC3E}">
        <p14:creationId xmlns:p14="http://schemas.microsoft.com/office/powerpoint/2010/main" val="2046264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65CD0-F740-4A2C-A6CA-5A0F755C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LIVE DEMO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21F1E-BB30-47A5-B6A8-FE499137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 sample trip brief becomes comparable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38624-22DF-44D3-81E8-F278317D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F28C2-7A6A-4FB3-BA63-B311369A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C2691-870C-47D8-9CA3-B255C48F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72DED-171D-4E9F-8A67-405AFC2F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Example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AEB14-7D96-4A21-8D06-293A625C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86100" cy="3267075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FC722-CDFF-4743-BF43-12193FDD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Bengaluru → Delhi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CA0F6-BA67-4083-89EC-F0D2524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2F0E6"/>
                </a:solidFill>
                <a:latin typeface="Helvetica Neue"/>
                <a:ea typeface="Helvetica Neue"/>
                <a:cs typeface="Helvetica Neue"/>
              </a:rPr>
              <a:t>16–21 Nov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95798-43CA-4E42-936D-F08AFA4F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2 travelers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F9B7C-0090-4187-8137-2A0CFCCC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E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9BEC2"/>
                </a:solidFill>
                <a:latin typeface="Helvetica Neue"/>
                <a:ea typeface="Helvetica Neue"/>
                <a:cs typeface="Helvetica Neue"/>
              </a:rPr>
              <a:t>Hard 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E52B2-87EA-42EB-9EDB-58862E6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₹50,000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0B225-8025-4E61-B9E0-2965D07E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The planner asks for missing details</a:t>
            </a:r>
          </a:p>
          <a:p xmlns:a="http://schemas.openxmlformats.org/drawingml/2006/main">
            <a:pPr algn="l">
              <a:def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before starting a 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31121-0BA4-4738-8BEC-0F6EBB44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FA0F5-2835-4819-B554-268619D0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BE873-5A9E-457E-8EAB-41F5DFC6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43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23DE7-AC6E-446F-A548-1527B836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Flights + stay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38D10-5B1E-4D44-9D38-1C66A0CF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7A740-D579-4D27-8810-C3538CD2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516C7-CF65-4A68-8D3D-CD9F8717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05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9A753-C4DD-4D0F-8CDA-DF61D476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Three package choices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6EBB6-6448-432E-AF1E-1347E5F1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4592A2-0F9F-48A8-913F-BE92BF07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3D425-200C-475F-A313-B47EBD8E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Protect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15CA8-D79B-402C-BD4A-42303051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Over-cap option refused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90594-A9E1-44A6-96DE-C0A4C26C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C9DE2E-5292-4B27-A713-48A3FD0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00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2C9294-9E4A-4964-8577-91CADD19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29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A8F7C-5AEF-41AA-A3D8-2BE97F32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Re-plan within the cap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4BDF9-0554-4CFD-A0CA-42B8B608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B02CC2-6794-45A2-A27C-81845E05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91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B166A-BD0B-4910-9C73-80ABA5E9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confirms the cart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28C29B-2DE3-4F15-A37B-9300CC83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9436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Demo catalog and prices are seeded; booking/payment is mocked.</a:t>
            </a:r>
          </a:p>
        </p:txBody>
      </p:sp>
    </p:spTree>
    <p:extLst>
      <p:ext uri="{BB962C8B-B14F-4D97-AF65-F5344CB8AC3E}">
        <p14:creationId xmlns:p14="http://schemas.microsoft.com/office/powerpoint/2010/main" val="881658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9A2D4D-41E9-4870-AC61-43400BF2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0F276-868D-47F7-A1A5-F162A208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Separate services keep authority in the right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EAF8A-990D-4C2B-B734-FE091454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A745B-9F61-4278-A22B-6E5D639E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81214-4498-4752-B636-C478C18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93B80-C103-427A-BF98-C6C208A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C5D05-2F37-41C0-8007-B1799A2C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D15B6-D8EB-4027-8CD9-5BC70E76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4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+ 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23109-6FF9-4EF8-9421-29691DA9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Trip brief · compare · 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CA213-8A30-4180-B7E4-6FF0BE71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9227A-C9DC-45B0-8F3D-23DE3220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14FE7-4853-4313-8D42-91E19099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786C5-BD07-41CE-8F0B-FC1F9C9E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99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LangGraph workflow · tool calls</a:t>
            </a:r>
          </a:p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clarifications · re-planning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7FAEE-32A3-4211-A72A-C248A504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55ECF-06A1-4BD1-8C9D-B4606126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A2D17-2205-4A66-B62C-0CC36F60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1462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BACKEND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9EE61-F77C-4935-A838-ABE7EB8A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9925"/>
            <a:ext cx="335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 · pricing · cap · cart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confirmation · audit · mock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17237-CA13-4EC2-BD74-40B56734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2422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D6C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1FA12-03D0-4020-BD83-BFDDB2F4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813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goal +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33C77-ED37-43B2-AC6D-51E1215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D6C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2E76D-2C89-4D56-B2AA-A8A78E31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813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HTTP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5B670-C4FE-463F-9270-6ABB4D4D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00575"/>
            <a:ext cx="377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E65F4-96C5-4AA4-8371-8698054A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81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9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Working-copy SQLite · protected source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5F9C2-D1E0-44EA-B254-F3CDBBA0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Agent has no database access or booking authority.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2CD379-C2A9-4ED2-9EB5-D8B9C1BD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Inventory comes from the project's demo catalog; external airline/hotel APIs are not connected.</a:t>
            </a:r>
          </a:p>
        </p:txBody>
      </p:sp>
    </p:spTree>
    <p:extLst>
      <p:ext uri="{BB962C8B-B14F-4D97-AF65-F5344CB8AC3E}">
        <p14:creationId xmlns:p14="http://schemas.microsoft.com/office/powerpoint/2010/main" val="2295904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4BF4F-F518-4EE1-99F4-8F734F5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BUDGET AND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8B5D5-0839-4228-85A1-A3CDC36E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The backend enforces the rules that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F5483-2F88-4333-B004-1607993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3EABA-2CF3-4A73-B8C4-5F878C70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6DA3B-A700-4840-8742-2657A926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2CFE-CB70-4E06-BA8A-6C644AC7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A6BB3-D7BB-4DEF-904F-4E97F29B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24188-B2D3-4787-968E-2D3B62FF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HARD SPEND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E12AF-0DB8-4BB3-A6E1-88B74B4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Every cart mutation is checked against the effective cap, including tax.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4D4D7-FC12-4EAB-96B1-6C843E67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811F8-2842-4F89-AB99-0F366529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2C878-C48F-4153-8E21-B26BAE82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REFUSAL IS RECORDED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4379D-E453-4B49-811E-7D923CA0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An over-cap attempt is refused and logged as its own audit event.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6B84E-BA94-4EA8-BF50-7F9F2A64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B6B34-C054-46DD-AF1A-3B3AF7F9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1A38C-A029-4DA1-95FD-39E2B3E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 CONFIRMATION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B30B5-45BC-4EE0-8095-7750DF6B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Only a human can approve the hash-locked cart snapshot.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B84D6-FEF4-42B1-A6EF-DF601251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324A4-ECCC-4CE6-BACF-288A30E8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EB27E-9B2C-44BD-ADCD-9506CEC4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MOCKED FULFILLMENT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E1F76-DDAC-4140-BB68-07A8A591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Approval creates a demo booking; no real payment is taken.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DBED2-9A4F-4F31-8E99-9C038FFD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Agent recommendations are advisory; server-side validation is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412652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AD67EC-7F27-4E13-AC03-29D78A7C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2BD2E-6ADE-4E30-9BCB-DA179F46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Every critical decision remains reviewable after the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67B6F-9C6B-4372-9F6B-05D52704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B2315-8337-4994-9DD6-A2B7BBAE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0B83E-F03B-4105-9A63-F18DFCEB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0865C-6835-4D75-8F05-67504B32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timeline exposes actions, outcomes and reasons—not just the final itinerary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8FE26-0CEF-49D8-8FD8-3839CE98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193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1E5D0-D78E-43A4-B154-0BEA41B2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C3575-541A-4231-9186-B8EF9C42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5800D-CA51-4BEF-AC62-61F79E77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PLAN_STEP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28ECB-E367-4473-A86A-5499FD29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 steps announced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3770C-88A9-4C01-B3DC-060BE5F1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Recorded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7EC4D-DAB4-4057-9517-3C0CBB0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003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3462F-7FDE-483A-9765-ED48341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10EC3-C8D3-48D5-9961-0C5F0A2D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60F9B-0E53-4D56-A1B8-95FD4DF9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TOOL_CALL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139A0-83F4-4CAC-9075-942FA80B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14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Flight + hotel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93F58-F7E9-467F-87BA-12A834AE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Arguments and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6857E-C96A-4C18-875F-B274C9ED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814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87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07F37-5CF8-423F-BE25-4D80FA65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E55FE-1461-4CE1-89F4-68A61D0C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46B95-BE19-4505-9725-DAA313D2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BUDGET_CHECK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C22EC-7EA9-453B-8C26-964816A9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956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Spend cap exceeded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4A1E9-097F-468E-80E5-71D2B50F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Refused · reason captured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A4A5A-4CCA-4FE1-BF55-A7D4D97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6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9AF3D-B0F2-4AB3-B941-0E01DEA5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36404-9A02-4D7D-AB5D-107D99B4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0E468B-64B4-4ECB-ABE3-DE9FB2CC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76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3C91C-895B-4D03-BEBB-48527A0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766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Cheaper alternatives requested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23FE84-D6DD-4E0D-B054-887DDF7F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Recovery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1D604-77D5-4CEA-A5B5-6D8B9E93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434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5AEFE7-2FAD-4659-86D9-6B26D26F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39F37-D884-4FBE-8EB6-EFC32B3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D9813B-6D20-4735-8860-C56AFFDF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CONFIRMATION_REQUIRED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9E95C4-D6DB-4129-A72D-6B23495A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Cart awaits traveler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8E56CA-6741-4597-8CA7-72370B5B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Explicit approval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FF5F68-D2F5-4E05-80BC-E70084E3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244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186239-F55A-4C5E-B550-DCEEAA4C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D98280-E2BC-4F2D-95C6-90C6E033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B7F3F8-CEF1-4F5F-955C-604D1715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38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BOOKING_CONFIRMED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D424D9-D2A2-4851-AB29-8E5AE25B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387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Mock booking created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61DF9A-AE75-4308-8BDA-7D0E612B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387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Human-approved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860C39-70DB-4083-8483-E8961051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1293DD-CE35-4235-91EA-DC1E417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Append-only, hash-chained events · timeline view · chain verification</a:t>
            </a:r>
          </a:p>
        </p:txBody>
      </p:sp>
    </p:spTree>
    <p:extLst>
      <p:ext uri="{BB962C8B-B14F-4D97-AF65-F5344CB8AC3E}">
        <p14:creationId xmlns:p14="http://schemas.microsoft.com/office/powerpoint/2010/main" val="741692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42DA0-5E57-4FFE-8FDA-081BE44F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EVALUATOR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243AD-0DEF-4423-95F4-752904BD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What the MVP demonstrates—and what remains 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C7EB-8BB4-496F-AB47-B57AF08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96162-AE70-4026-8522-F3AFC43F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5D1BD-68E9-45BE-AC08-2D89CD85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FB3B8-C9C1-4F39-9F42-E9814A5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07BAF-EC24-4735-9CB0-817FC6ED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Trip goal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77902-DBA2-45D7-BC0B-00157674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Single trip with flight + hotel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89C3C-0CBF-411C-B5BB-DEE4578E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1BD0E-DAB7-40D1-8DC1-0085BB74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Transparent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D4C98-4D19-4612-9254-3F2D8568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Ordered steps shown before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27712-6893-4BA3-9A22-DACE724C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64D5E-9564-4095-9631-52D6A93F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Tool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A1E39-C2A5-46C3-9F6C-DDA5D55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Search and budget check through tool 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5855F-6678-4C7F-9B61-7EE89E0A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A2B56-4174-4C03-B115-167F583E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Spend 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FAC5E-5C91-4760-8167-875F6CC8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Over-cap attempt refused; reason audited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431A4-209A-4F79-9294-BFD05F0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01D21-499A-4DB2-89AF-A0565EBE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2D28F-FC10-4D00-BDFA-D66DB970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Failure path replans alternatives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4C131-994E-4877-BE85-CC5140E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F47F3-BDEC-4806-86C6-E1D552B5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9A005-F4FC-41B1-B1A0-5333E6A4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624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 gate before mock 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951980-4B49-4846-AC2F-4B7E6C2A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C16E9-8E7F-4BE5-B272-26C3CED1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3400C-98AD-4B5C-BBF1-871EF2CA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768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Post-run timeline + chain 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CB30B-E057-4BE4-B832-93E89786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0225"/>
            <a:ext cx="0" cy="3533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DD0E68-D116-464B-9D8E-378EC72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669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DEMO BOUNDARIES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6FC9BB-D6C5-44D5-8799-3D8FEA14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3717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Seeded inventory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627F2-3208-40E2-BB22-6691ED18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57475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No live travel-provider search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6FC912-63B8-4F9C-ACFC-CFFF682C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194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Mock booking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FE1FDA-BBB6-4424-9274-D35374CC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052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No payment or ticket issuance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788DE-212B-474B-BF99-C8D8E009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4672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Activities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3E1F6B-4324-4675-8FC9-1AC799F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7529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Informational; not bookable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3A9C38-E0F5-483F-B42B-E3A02E36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443395-5842-4047-9697-B6CEFF3A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218 automated tests passed in the latest recorded project run</a:t>
            </a:r>
          </a:p>
        </p:txBody>
      </p:sp>
    </p:spTree>
    <p:extLst>
      <p:ext uri="{BB962C8B-B14F-4D97-AF65-F5344CB8AC3E}">
        <p14:creationId xmlns:p14="http://schemas.microsoft.com/office/powerpoint/2010/main" val="2064614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FB11C-91EF-4E4E-AF1E-14882AF2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DEMO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5EE3F-A40C-4425-B7C1-F3BBE541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4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Yatra makes the plan visible—and keeps the traveler in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75D07-1AA1-4731-B5FE-CE73C3DC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AC1C6-92E8-4052-89CB-7E8E0E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EFEBD-5D26-470C-A00C-22931F33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27176-86C4-4023-8187-2DDE41A3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Show the evaluator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EB278-C3EB-4F50-BC68-BB2ACB2B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ADD86-5105-4934-9C4D-47C0092C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145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6DB89-CBC3-4E19-8DE4-A0972FC8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764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Enter a trip goal with dates, travelers and a hard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3C1F1-CFB2-42DB-8A71-165A57C4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E94A6-6038-4FB3-8167-1BD1D994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241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CF289-F38F-48C2-8A44-5D4D8B6E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860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Review the ordered plan and search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E6BE7-7CF4-4B18-8453-AFD2D597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EDF36-19BB-4EEA-9286-BC4AECE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46105-F983-4CD2-9D07-7D9D6694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956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Trigger an over-cap refusal and inspect the audit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106D0-6A03-4611-9DFB-E862A5DA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562F6-DAE5-4A40-A2B8-26D9F3EB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43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32CFF-8810-4570-9AE6-651ABDAB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Choose a lower-cost option and open the confirmation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91DD7-475E-4E0C-B2FD-499BD12D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77356-4DE4-4E7B-9B6A-D8795246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52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08507-45E1-4670-825B-0FB1695C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Approve the mock booking; verify the audit chain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41614-6AFD-418B-9857-BF7D98E4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28A2D-5B34-44C9-A050-1703E188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YATRA  /  A safer, clearer way to plan a trip</a:t>
            </a:r>
          </a:p>
        </p:txBody>
      </p:sp>
    </p:spTree>
    <p:extLst>
      <p:ext uri="{BB962C8B-B14F-4D97-AF65-F5344CB8AC3E}">
        <p14:creationId xmlns:p14="http://schemas.microsoft.com/office/powerpoint/2010/main" val="425567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2026-09-24T23:53:46.5490000Z</dcterms:created>
  <dcterms:modified xsi:type="dcterms:W3CDTF">2026-09-24T23:53:46.5490000Z</dcterms:modified>
</coreProperties>
</file>