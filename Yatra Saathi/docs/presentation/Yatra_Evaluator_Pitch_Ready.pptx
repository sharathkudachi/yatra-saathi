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df6cb8c9f4a32" /><Relationship Type="http://schemas.openxmlformats.org/officeDocument/2006/relationships/extended-properties" Target="/docProps/app.xml" Id="R1e1c8fc092564c45" /><Relationship Type="http://schemas.openxmlformats.org/officeDocument/2006/relationships/officeDocument" Target="/ppt/presentation.xml" Id="R7b7cd8da9ac6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7c1c32b44f44d0"/>
  </p:sldMasterIdLst>
  <p:notesMasterIdLst>
    <p:notesMasterId xmlns:r="http://schemas.openxmlformats.org/officeDocument/2006/relationships" r:id="R763ce234cdbd44ff"/>
  </p:notesMasterIdLst>
  <p:sldIdLst>
    <p:sldId xmlns:r="http://schemas.openxmlformats.org/officeDocument/2006/relationships" id="256" r:id="R681698cfe2a546fb"/>
    <p:sldId xmlns:r="http://schemas.openxmlformats.org/officeDocument/2006/relationships" id="257" r:id="R29b91fef0afa4368"/>
    <p:sldId xmlns:r="http://schemas.openxmlformats.org/officeDocument/2006/relationships" id="258" r:id="R6e574eec524c46f4"/>
    <p:sldId xmlns:r="http://schemas.openxmlformats.org/officeDocument/2006/relationships" id="259" r:id="R29438d9ed5ec4ae1"/>
    <p:sldId xmlns:r="http://schemas.openxmlformats.org/officeDocument/2006/relationships" id="260" r:id="R362705d57a0d4a6e"/>
    <p:sldId xmlns:r="http://schemas.openxmlformats.org/officeDocument/2006/relationships" id="261" r:id="R3ffdcf0457844a7b"/>
    <p:sldId xmlns:r="http://schemas.openxmlformats.org/officeDocument/2006/relationships" id="262" r:id="R0b2621cec7774ed0"/>
    <p:sldId xmlns:r="http://schemas.openxmlformats.org/officeDocument/2006/relationships" id="263" r:id="Rc1847240a86a408d"/>
    <p:sldId xmlns:r="http://schemas.openxmlformats.org/officeDocument/2006/relationships" id="264" r:id="Re6a8187d0f5e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fe8353df741bc" /><Relationship Type="http://schemas.openxmlformats.org/officeDocument/2006/relationships/slideMaster" Target="/ppt/slideMasters/slideMaster1.xml" Id="Re37c1c32b44f44d0" /><Relationship Type="http://schemas.openxmlformats.org/officeDocument/2006/relationships/notesMaster" Target="/ppt/notesMasters/notesMaster1.xml" Id="R763ce234cdbd44ff" /><Relationship Type="http://schemas.openxmlformats.org/officeDocument/2006/relationships/presProps" Target="/ppt/presProps.xml" Id="R95cca007c50446e7" /><Relationship Type="http://schemas.openxmlformats.org/officeDocument/2006/relationships/tableStyles" Target="/ppt/tableStyles.xml" Id="R98a15e18d8694e19" /><Relationship Type="http://schemas.openxmlformats.org/officeDocument/2006/relationships/slide" Target="/ppt/slides/slide1.xml" Id="R681698cfe2a546fb" /><Relationship Type="http://schemas.openxmlformats.org/officeDocument/2006/relationships/slide" Target="/ppt/slides/slide2.xml" Id="R29b91fef0afa4368" /><Relationship Type="http://schemas.openxmlformats.org/officeDocument/2006/relationships/slide" Target="/ppt/slides/slide3.xml" Id="R6e574eec524c46f4" /><Relationship Type="http://schemas.openxmlformats.org/officeDocument/2006/relationships/slide" Target="/ppt/slides/slide4.xml" Id="R29438d9ed5ec4ae1" /><Relationship Type="http://schemas.openxmlformats.org/officeDocument/2006/relationships/slide" Target="/ppt/slides/slide5.xml" Id="R362705d57a0d4a6e" /><Relationship Type="http://schemas.openxmlformats.org/officeDocument/2006/relationships/slide" Target="/ppt/slides/slide6.xml" Id="R3ffdcf0457844a7b" /><Relationship Type="http://schemas.openxmlformats.org/officeDocument/2006/relationships/slide" Target="/ppt/slides/slide7.xml" Id="R0b2621cec7774ed0" /><Relationship Type="http://schemas.openxmlformats.org/officeDocument/2006/relationships/slide" Target="/ppt/slides/slide8.xml" Id="Rc1847240a86a408d" /><Relationship Type="http://schemas.openxmlformats.org/officeDocument/2006/relationships/slide" Target="/ppt/slides/slide9.xml" Id="Re6a8187d0f5e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31e8be72b4d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7783877f149c0" /><Relationship Type="http://schemas.openxmlformats.org/officeDocument/2006/relationships/notesMaster" Target="/ppt/notesMasters/notesMaster1.xml" Id="R6b62ee7f881648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0a4ec71ca949b8" /><Relationship Type="http://schemas.openxmlformats.org/officeDocument/2006/relationships/notesMaster" Target="/ppt/notesMasters/notesMaster1.xml" Id="Ra6163e83fe0946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5fb23bff8f467d" /><Relationship Type="http://schemas.openxmlformats.org/officeDocument/2006/relationships/notesMaster" Target="/ppt/notesMasters/notesMaster1.xml" Id="R44c806d259d449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687ff880e64786" /><Relationship Type="http://schemas.openxmlformats.org/officeDocument/2006/relationships/notesMaster" Target="/ppt/notesMasters/notesMaster1.xml" Id="R289bcc9dea58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655975f2ea4329" /><Relationship Type="http://schemas.openxmlformats.org/officeDocument/2006/relationships/notesMaster" Target="/ppt/notesMasters/notesMaster1.xml" Id="R48c7f91cc840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a119ca7a2b49e6" /><Relationship Type="http://schemas.openxmlformats.org/officeDocument/2006/relationships/notesMaster" Target="/ppt/notesMasters/notesMaster1.xml" Id="R1287c8e4451d49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16bf6397324206" /><Relationship Type="http://schemas.openxmlformats.org/officeDocument/2006/relationships/notesMaster" Target="/ppt/notesMasters/notesMaster1.xml" Id="R4d31922e97224e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1482c1730f4e03" /><Relationship Type="http://schemas.openxmlformats.org/officeDocument/2006/relationships/notesMaster" Target="/ppt/notesMasters/notesMaster1.xml" Id="R63fa10d50ec149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9aba3c9974be9" /><Relationship Type="http://schemas.openxmlformats.org/officeDocument/2006/relationships/notesMaster" Target="/ppt/notesMasters/notesMaster1.xml" Id="R8f8e05692aa8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aca6eabff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0ab50a59d4847" /><Relationship Type="http://schemas.openxmlformats.org/officeDocument/2006/relationships/slideLayout" Target="/ppt/slideLayouts/slideLayout1.xml" Id="Rfb3ceaa000434a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ceaa000434a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b9cb2f314458b" /><Relationship Type="http://schemas.openxmlformats.org/officeDocument/2006/relationships/notesSlide" Target="/ppt/notesSlides/notesSlide1.xml" Id="R201105582aa44d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cb0eda5c4e12" /><Relationship Type="http://schemas.openxmlformats.org/officeDocument/2006/relationships/notesSlide" Target="/ppt/notesSlides/notesSlide2.xml" Id="Rea9cf0f48a92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1058cfaf64909" /><Relationship Type="http://schemas.openxmlformats.org/officeDocument/2006/relationships/notesSlide" Target="/ppt/notesSlides/notesSlide3.xml" Id="R536d2fdbe1a54a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a061eb614a47" /><Relationship Type="http://schemas.openxmlformats.org/officeDocument/2006/relationships/notesSlide" Target="/ppt/notesSlides/notesSlide4.xml" Id="R61f34ea6f141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bcdc9cf3a40e5" /><Relationship Type="http://schemas.openxmlformats.org/officeDocument/2006/relationships/notesSlide" Target="/ppt/notesSlides/notesSlide5.xml" Id="Rfe578a8b9d5240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bba017f0b43a9" /><Relationship Type="http://schemas.openxmlformats.org/officeDocument/2006/relationships/notesSlide" Target="/ppt/notesSlides/notesSlide6.xml" Id="R045e9e86f954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c37a7616445d7" /><Relationship Type="http://schemas.openxmlformats.org/officeDocument/2006/relationships/notesSlide" Target="/ppt/notesSlides/notesSlide7.xml" Id="Rbda0e19da6f44a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ab5ecdde44128" /><Relationship Type="http://schemas.openxmlformats.org/officeDocument/2006/relationships/notesSlide" Target="/ppt/notesSlides/notesSlide8.xml" Id="R35e335e70b464f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cc86489e44413" /><Relationship Type="http://schemas.openxmlformats.org/officeDocument/2006/relationships/notesSlide" Target="/ppt/notesSlides/notesSlide9.xml" Id="Re5aacbdbb03d4d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73AC1-8B9A-46E5-9F38-44DC8978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31515-2B98-4466-A96C-B9F8EAB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  /  AI TRAVEL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AEC80-EF06-4063-9172-0234F783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Travel planning,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AC9FC-8164-4683-9D93-4FD708D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A conversational trip planner that searches, checks the spend cap, and keeps the traveler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6E4BE-CDAC-476D-8548-DAD99929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54266-EB87-4459-AE26-1A12B96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HACKATHON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37BD4-3D67-4DA6-8F2E-D95675B1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 /  Compare  /  Confirm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1754A-7A43-44C7-8C19-D781026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95750" cy="4762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30A3C-1525-4E28-9021-87473FDA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81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FROM A GOAL TO A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B2AA7-BB87-4807-B061-37F7BE9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75027-6A7A-44D0-A925-41F01E9C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5F968-8BB8-4A6F-9207-4B19560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1927C-16BF-4CC2-BA8A-F0A7C0A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763EC-157A-4E0C-BAA3-800001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27C9C-1A03-49F1-ABE1-F75E04D6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3E6AB-C601-4EAC-9D4D-8FDFFD4E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94EBF-127A-45ED-BCB3-4254ED6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C9120-1922-4EF6-B87A-C2021F0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D5AC9-5446-41E6-85DC-1BEEF5A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882A6-DA6E-460C-9975-C63CA1C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9FF78-C447-497A-A86E-D519664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3BAC7-016E-410E-9D5D-D29C0DD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07515-3DA2-4D54-BFCC-9A49DEB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0ED44-B587-479B-98EC-136D835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109FC-EFAE-4BD1-928C-EB7F7A4A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Decision trail</a:t>
            </a:r>
          </a:p>
        </p:txBody>
      </p:sp>
    </p:spTree>
    <p:extLst>
      <p:ext uri="{BB962C8B-B14F-4D97-AF65-F5344CB8AC3E}">
        <p14:creationId xmlns:p14="http://schemas.microsoft.com/office/powerpoint/2010/main" val="209114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927D9F-4F37-4521-B885-FDA57D7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89BF0-941D-49DF-898B-489F69E5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Planning a trip means making many connected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B8604-E816-472D-855B-A19E91B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74A0C-898E-44FC-8D25-16DE635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D7839-5DD0-4F66-B42A-0C8C480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9D0C-5A92-4F9A-B728-ED146A56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compare options across sites while keeping dates, preferences and a hard budget 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C0B88-8B33-4039-AB86-210C9F68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18584-90F7-411F-9F2F-141B0CF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Scattered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8EDAC-DC71-450A-B92C-454D246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62D2-8950-4006-B8C6-B174074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Flights in one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14D9D-9F12-4B24-899A-CCC57A9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32532-CA99-43E8-99C9-44F6C61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Stays somewhere else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48015-09C4-46A3-8188-80D5C4E3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7A8-2B17-4C2D-85AE-B4C52F6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Costs add up 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2B14E-C2F5-4D88-A0A7-A3A839BA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80607-1B2D-4078-A0AD-221FE3E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Little visibility into agent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ED0E5-B417-431A-9121-A786DBC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050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F7BCE-D600-4AEF-8547-D7679833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BAB39-C8D5-46FD-8990-E2737D7E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guided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B0C56-1D5B-45C3-B59C-7ED93ABD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4FC4F-ADA7-4AF8-AC05-0DFD402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623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conversational trip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6D8EA-433F-40ED-9067-D056AD32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C70E5-FA02-4289-A9E8-BF0E506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 flight + hotel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55881-2AF6-4D37-AD89-BEFA21B2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8B9B5-BE37-4F8F-B84F-40F2E27C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481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 spend before cart creation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DEDF7-40F9-4DAF-B553-C0B4D8C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3A6EB-1F51-4911-9134-C75144C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Ask the traveler before booking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4C034-51BF-4ADF-9DE0-5E20817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Designed for a focused trip: one destination, flights and a stay.</a:t>
            </a:r>
          </a:p>
        </p:txBody>
      </p:sp>
    </p:spTree>
    <p:extLst>
      <p:ext uri="{BB962C8B-B14F-4D97-AF65-F5344CB8AC3E}">
        <p14:creationId xmlns:p14="http://schemas.microsoft.com/office/powerpoint/2010/main" val="323312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64BA9-41E4-4AE7-B08B-BA9F190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HOW YATRA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E9E22-5E22-43C4-91A9-27B2C601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clear sequence from request to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F2C60-7307-4E9F-897F-44521A1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5664D-D302-4CA3-8F4E-37E8587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BAAB7-C068-4919-BE7A-415F87D7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EB471-69DB-4972-92CA-23500D41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45591-4984-4743-BC96-A028DA50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8F3A6-ED3E-4DF3-AF2D-6E35388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04488-28D9-4287-AFC5-07AD8B3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Collect route, dates,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and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AB36A-7A01-4123-9C9E-D5ACEF6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66427-02D2-480D-ABE7-DE25388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F7121-39F2-4779-8CEC-E07C5CFE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D782C-64BA-49C0-AFE4-BFD954D8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EB6DE-CDE1-4520-91F1-D4BC354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1F1A7-7C94-4799-BE26-D62A837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Show the ordered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steps before acting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E2505-5584-45C8-B153-633CB0A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075EE-4E66-464A-971C-7ADBB9FC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CA77D-F644-4298-847A-033818B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16472-2D02-41B2-B2F8-8D98E90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9DFED-1000-4316-9F12-6736424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5C8E1-A23B-4337-BD78-EA194D8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Find flight and stay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options from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21B18-CDC7-4FA4-984C-C60FD0C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C0722-A15C-4F8B-9DF2-0987E2D3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240F9-85B5-4679-BEF0-5B8CD05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194D4-7EC1-4AD8-9C5A-EA781874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E62A1-79F0-4B36-B2EE-D003C61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2E1AD-E7EC-4A26-85F2-0EAF21E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Backend prices the cart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and enforces the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3A6B39-1EFC-4F1F-AF3F-B044FE0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E49BC-B3E9-4C40-A274-DE462CF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DD7CE-6067-4716-845A-4B8139C9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7D424-A488-43A4-A528-70A53E0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2F439-A06C-4A4E-9B5D-9FF7857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B59107-7C23-48F1-B5FF-36480DB8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compares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1865FE-CFB2-4229-9F6F-5886A849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E8CE6B-7509-4E22-9E4E-C3114082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5D9120-4EF6-4B85-9B7F-8627FCC1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112C1-ACBA-41B1-974A-218DAD3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B8277-227F-43D7-B9C9-072A7C45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11A03-C138-45FF-B5DA-6751267C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Human approval unlocks</a:t>
            </a:r>
          </a:p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a mocked booking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7824C5-2DAC-41A8-BBFF-DF2F6363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A0EAB3-F4DE-42B2-B46C-8536B6B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agent proposes. The backend validates. The traveler decides.</a:t>
            </a:r>
          </a:p>
        </p:txBody>
      </p:sp>
    </p:spTree>
    <p:extLst>
      <p:ext uri="{BB962C8B-B14F-4D97-AF65-F5344CB8AC3E}">
        <p14:creationId xmlns:p14="http://schemas.microsoft.com/office/powerpoint/2010/main" val="1580913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43459A-8318-4C92-B144-7052237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LIVE DEMO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AEFD9-EC70-4765-B2C8-D0C436C8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sample trip brief becomes comparable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5260A-A1AB-4807-8F7A-BAE7B8B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2E94F-6093-44E6-9AFC-F4F59A7F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0BD41-751B-4D3E-8154-E0D08DF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2B3C5-685A-4057-AFA8-C2FD875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Example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BC473-8C6A-4A35-A299-A4C1F274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86100" cy="3267075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F53F3-EEA5-4684-91CA-6EBFAA7B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Bengaluru → Delhi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3791-7472-46BA-8904-A4B1E466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16–21 Nov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70892-AB7B-4FA6-A5D5-16155DDE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2 travelers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9A74F-D0A2-485A-9D4C-0E7A308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rPr>
              <a:t>Hard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F7194-EAF0-48BA-BE04-7043079C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₹50,000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373B-A4D2-452E-8A46-7F189CD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The planner asks for missing details</a:t>
            </a:r>
          </a:p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before starting a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75C1E-E869-4CB2-9494-1BD46D9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0A05A-FA36-49B1-8BF7-0C87202C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F08A4-51B9-4ED7-BF79-B44E341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65CF3-F854-4420-ADB0-7BC955F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Flights + stay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961BC-8707-40FE-B5BA-A4462EA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127A1-817E-49AE-99D9-9C99C5E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A189E-7B21-4273-8931-DACD62DA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363FE-48A2-46AE-8DB7-DC32D9FF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34B70-1A34-4CFD-8FBC-DCFF79C6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899AD-2554-4D17-B064-735BFC9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026B8-524B-42C8-B39D-6B0978A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A3021-D0C4-4F7E-BECD-0A5ED780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option refused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C2983-9B79-4BF4-9AA4-B644D13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724A8-8B88-492C-9967-B6D07583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92754-DA2A-4B85-8C49-954C911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176BD-97D7-4E2F-B012-BF2AAA50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Re-plan within the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5FC32-74E3-4C4C-B62C-349DF86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77CA68-3D8E-4AD2-8764-6E97A4DD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91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E5A2E-D934-4C0A-8780-3BC322EE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confirms the cart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05B7C-7C30-4315-B6CE-AE546FE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436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catalog and prices are seeded; booking/payment is mocked.</a:t>
            </a:r>
          </a:p>
        </p:txBody>
      </p:sp>
    </p:spTree>
    <p:extLst>
      <p:ext uri="{BB962C8B-B14F-4D97-AF65-F5344CB8AC3E}">
        <p14:creationId xmlns:p14="http://schemas.microsoft.com/office/powerpoint/2010/main" val="1329360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A44E9-AD85-40DA-B564-4D229DAC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A2F3A-6B6D-4FD4-8035-9D3208C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Separate services keep authority in the right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B291C-3AA9-442B-93A1-81611B9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4B539-F220-41CC-998D-AECF5D4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8FADE-1551-404B-B748-8EDB49A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6B7D9-4178-462A-9067-561FB02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AF8BA-3C5D-4279-803C-9F35605C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00A22-F586-4C51-827A-6F59C7E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F9D8E-B678-407D-BB53-61AF201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brief · compare ·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46686-AC11-4390-BB0A-2E4232E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25AE-0212-4214-AD26-B65D820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736A7-A94B-4B35-B289-0312A00D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72396-3188-47C7-BEB0-917F7AF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LangGraph workflow · tool calls</a:t>
            </a:r>
          </a:p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clarifications · re-planning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CDF8A-6BF8-40B7-BE8A-59DB4DB4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D4558-B0D4-48FE-ADCB-F60A7E79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10F09-7314-48E1-8A6A-98A019F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BACKEND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551F2-E285-4A77-9E8D-A68A938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99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 · pricing · cap · cart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confirmation · audit · mock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02081-D8B6-4D6C-9256-265B66C2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242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5D63E-7FF2-41FB-8324-C299079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goal +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0670C-3FD6-45E1-8994-899B42B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C0563-C300-40E7-9072-1C56145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HTTP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3A4D1-CDE5-43DB-9DC4-13C4859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77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FA679-72E5-4C03-B94A-34FC83B1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81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Working-copy SQLite · protected source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34F13-03EB-436F-B374-6AD0EE95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has no database access or booking authority.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98BAC-51BF-4904-A50E-7967D09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Inventory comes from the project's demo catalog; external airline/hotel APIs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1162661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B27E1-CC8D-46BE-AFBF-847C84A0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BUDGET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7F4B7-4FF1-4845-8508-B2279102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backend enforces the rules that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3657B-E6E6-453F-B0A8-BFF97985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6151C-E626-46BB-9C7C-CD80EF3E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2141E-E5EA-48FC-9969-24507CA8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EB4D-8B0C-4575-90C1-437C2093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E5A6E-4FB1-4D7E-B01D-2B7D99A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7703E-E918-475B-B104-72C3271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HARD SPEND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D946D-747F-4F5C-8E04-D8D29BD8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cart mutation is checked against the effective cap, including tax.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1BCF0-AC6D-41AE-9FE0-0A530AEF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4EEC9-4A04-4E53-AA5A-8056E4D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098C0-FA54-4B00-8D01-89A325D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REFUSAL IS 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7091B-1637-47B5-A2DC-550A3EED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An over-cap attempt is refused and logged as its own audit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EAD56-9686-43A0-B697-D91BB8F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13414-D2A7-43B1-B80C-AD4E561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0A1F2-3CB9-4BDA-87CB-B681A5F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E3583-4152-4795-A9BB-60306CD0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Only a human can approve the hash-locked cart snapshot.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36BC1-9C55-40B3-83B2-3F9A478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695CF-F0EA-4A6B-A7ED-55A3FE9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E4422-8B50-44A2-AC8E-4E63CD4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MOCKED 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656AB-144D-497E-895E-190A7B9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Approval creates a demo booking; no real payment is taken.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10C5B-50DC-4E39-8E20-90627BD4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recommendations are advisory; server-side 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1534846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C7E162-7F8F-4B9A-AD0B-E0DF600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F4DD-F6D4-4037-933F-24AA1037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critical decision remains reviewable after the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DDABD-AB73-4BDA-B565-96F55D1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394B0-2AEA-44D9-9762-89872F3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1D724-AF39-4C86-B4C3-1E197B08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66819-F330-4BE2-BA19-86C870D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timeline exposes actions, outcomes and reasons—not just the final 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5E4BA-61E0-4FA5-BC9C-94F4A40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6D798-78B3-4E25-9CB9-824DBBC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F38D4-0A1A-45DB-BBA8-9E37B9D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PLAN_STEP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EFD66-CB37-45CE-A566-7227E65D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steps announced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5331B-C212-4F2D-8C09-E3F80D3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Recorded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754D0-8870-4BB0-BA28-9C1D250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85AB7-238D-48D2-BB76-AE1F5D9F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4E6A7-51AF-46C9-8508-5666302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TOOL_CALL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F9DB5-1160-48AD-9FA0-6C4D4BE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14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 + hotel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4C36C-E9E6-4DC0-9A72-77FA53A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Arguments and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B12BF-BF7F-4DBC-A5F1-1E08B6E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876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9B20E-1071-4F6D-9066-EFB07E7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CA1AB-8BB8-4768-9F49-1CCBB03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BUDGET_CHECK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0BC48-966A-411F-BE01-0BA31AC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 exceeded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D3B76-8F4C-4E6A-993A-3FEC23F2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Refused · reason captured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E99FF-9E55-455C-BA9B-56CB368D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6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22BE0-A025-4573-9AA6-4E7D028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61DBB-F590-45FA-9E35-61589843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695A0-DEE0-463B-A8FA-D26720C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Cheaper alternatives requested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2FFE9-4554-45F4-BD2F-17CED89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Recovery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7BA2E-A444-4ACD-86ED-D2B84EF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434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229A1-21CF-45E1-9065-1148855C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2E51A-DC4D-492F-B044-9234EA3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CONFIRMATION_REQUIRED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3CC3D-62B7-473D-964B-2BC1743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Cart awaits traveler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6CF9D-B47D-414C-AA30-9BE510D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Explicit approval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6DA01-11D6-45FF-A54A-6736ED4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17A497-FCC4-4441-B659-11C6C541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827F2-0FCA-43F8-B0E0-48F63C1F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BOOKING_CONFIRMED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3BABA-01F5-4823-9188-AC97747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38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 created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E9092-04D2-4BB1-A964-5EF24BE8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Human-approved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C284E-B1C7-4AFC-81C3-B1A91779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E739FD-2414-45A8-A8CA-813620BD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Append-only, hash-chained events · timeline view · chain verification</a:t>
            </a:r>
          </a:p>
        </p:txBody>
      </p:sp>
    </p:spTree>
    <p:extLst>
      <p:ext uri="{BB962C8B-B14F-4D97-AF65-F5344CB8AC3E}">
        <p14:creationId xmlns:p14="http://schemas.microsoft.com/office/powerpoint/2010/main" val="1390969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3D4B3D-AA5E-434D-800A-2879E9D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EVALUATOR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DF4F6-09D8-403A-930D-B92FFCF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What the MVP demonstrates—and what remains 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FD1A9-5276-4E52-A3EE-4B63FF8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9D05B-F681-4114-A7F0-6B3566EC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8B9D-8FDD-4609-BDD4-1DC078A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4FAA-7C41-4883-B1BD-B9799D2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982B-D008-47EC-B737-3920640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goal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FAD63-21F5-48F7-B793-BF4C525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Single trip with flight + hotel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DF89-A6F0-4CBC-AC02-BA0A41B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DDF98-48F5-4E74-AC36-6292D2A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Transparent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588E3-26A5-4D2A-9D9D-0744C56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Ordered steps shown before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869CB-8F97-48FC-9F31-61882BB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6BE11-DF50-4DDB-89C9-D47B5631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Tool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D6DA5-4E32-483F-A65E-D9A9E81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Search and budget check through tool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EF4D1-600C-4E98-816D-DFEB534D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3CDA4-AD66-4706-8FD2-D8FD3634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486DE-1EB0-4B99-9E57-D7357095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attempt refused; reason audited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F77AF-F2FE-416B-8FC0-62399A8E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10D68-6B2B-415A-908E-736AA3E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0D87C-8E83-4136-BB1E-5CBF8C52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Failure path replans alternatives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DD1A7-91FE-49AA-A052-BD33FB4B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96E3F-FFD0-4F65-B96B-2E409BA9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42126-3ABA-472A-A4A0-6E53A131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gate before mock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36CA6-587D-450C-844E-3829539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62AEC-22EC-49D3-8207-E319063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17B52-B8DB-4DC5-8DEF-A995E3A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Post-run timeline + chain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9C84A-0817-411F-B1BE-48E4C7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0225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5BBEF-BA14-46B8-926E-6BE6B7DA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66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DEMO BOUNDARIES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77C4A4-123B-4147-9930-9E65A10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717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Seeded 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9EF87-7011-43D6-95BB-C8796B12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574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live travel-provider 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A1153-07F7-4114-AEB8-795D519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19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756B4-4155-408C-8947-0F93C6E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052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payment or ticket issuance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18F2D4-0EBE-4491-938F-D9E571DE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672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9A74A-4999-4E8F-AACA-3A37AFCC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52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Informational; not bookable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65CF96-EC5C-4571-B9E6-C8576FEF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B205E1-E492-4D99-B3ED-B1125C2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218 automated tests passed in the latest recorded project run</a:t>
            </a:r>
          </a:p>
        </p:txBody>
      </p:sp>
    </p:spTree>
    <p:extLst>
      <p:ext uri="{BB962C8B-B14F-4D97-AF65-F5344CB8AC3E}">
        <p14:creationId xmlns:p14="http://schemas.microsoft.com/office/powerpoint/2010/main" val="1535159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FF002-A402-4431-8B4F-64720B6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745F-0251-411A-9EB3-3F0FDD4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Yatra makes the plan visible—and keeps the traveler 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68F7D-1979-474C-8A74-8758CB96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1F3B4-99C6-4DA8-BB65-450A811B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2EE0A-E38A-4423-99B0-AF9707D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11E44-918D-413E-823C-69371F6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Show the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237B6-CEC9-4A2B-953C-97C8348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0F449-B4A9-47B6-A8DF-DD54F4EE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CFA0F-EB17-465C-9313-B2DC2026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Enter a trip goal with dates, travelers and a hard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41DE8-B92E-4397-BD43-61FB364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EBE98-1E03-45E2-BFEF-53A65D5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F39E7-F0D6-46ED-8DA3-BB5750F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Review the ordered plan and search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D65AB-B28F-4E78-8D25-BF4E8F28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90684-8043-424D-B93C-7F3CBD19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C9DA5-8A2C-4D06-B578-7A3784D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Trigger an over-cap refusal and inspect the audit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B0358-9466-4B6C-B7C3-67680980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628A7-0D04-4866-85C8-BA7E4CFC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45F22-9FC7-4B82-B735-4115F9AA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 a lower-cost option and open the confirmation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D1EE1-E13E-48CD-9815-FB937F3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ED6C1-32FD-4B2C-A55C-2D1F0ED2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52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B8AE5-094C-45C1-A0A5-321A1924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 the mock booking; verify the audit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EBDED-3B3D-4531-AB43-51C89F4C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A6F90-7066-4D3C-B4C0-48B0D65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YATRA  /  A safer, clearer way to plan a trip</a:t>
            </a:r>
          </a:p>
        </p:txBody>
      </p:sp>
    </p:spTree>
    <p:extLst>
      <p:ext uri="{BB962C8B-B14F-4D97-AF65-F5344CB8AC3E}">
        <p14:creationId xmlns:p14="http://schemas.microsoft.com/office/powerpoint/2010/main" val="795890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2026-09-24T23:56:08.4530000Z</dcterms:created>
  <dcterms:modified xsi:type="dcterms:W3CDTF">2026-09-24T23:56:08.4540000Z</dcterms:modified>
</coreProperties>
</file>